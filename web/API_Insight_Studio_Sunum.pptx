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144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3248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BITIRME PROJESI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</a:rPr>
              <a:t>API Insight Studio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Yapay Zeka Destekli API Kalite ve Güvenlik Analiz Platformu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41848" y="4160520"/>
            <a:ext cx="914400" cy="3657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43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Erdoğan Doğan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Neden Bu Proje?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API'ler yazılım projelerinin omurgasıdır — ancak çoğu zaman dokümansız ve güvensiz bırakılır.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146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231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Endpoint açıklamaları eksik → geliştiriciler ne işe yaradığını bilemez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6440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1729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Hata durum kodları tanımlı değil → beklenmedik davranışlar ortaya çıkar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0142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92277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POST/PUT/DELETE'te kimlik doğrulama eksik → ciddi güvenlik açığı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35424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76402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DELETE + {id} parametresi → yetkisiz veri silme riski (BOLA)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285232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513832"/>
            <a:ext cx="118872" cy="11887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4223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Bu kontroller elle yapılıyor → zaman kaybı ve insan hatası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ÇÖZÜM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API Insight Studio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Swagger/OpenAPI dosyasını yükle — sistem otomatik analiz eder, puan verir, uyarıları listeler.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703320" cy="347472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146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Otomatik Analiz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API'nin kalite ve güvenlik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kurallarına uygunluğunu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100 üzerinden puanlar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286000"/>
            <a:ext cx="3703320" cy="347472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25146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53712" y="3291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Yapay Zeka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37490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Eksik açıklamalar için yerel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AI modeli ile Türkçe otomatik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dokümantasyon üretir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84464" y="2286000"/>
            <a:ext cx="3703320" cy="347472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6350">
            <a:solidFill>
              <a:srgbClr val="3B07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13064" y="25146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13064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7344" y="3291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Test Senaryoları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67344" y="37490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Her endpoint için otomatik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test senaryoları oluşturur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ve raporlar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TEKNIK MIMARI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Sistem Mimarisi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Web / Masaüstü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Next.js 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Electron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REST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ASP.NET 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JWT Auth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Veritabanı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154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MSSQL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Entity Framework 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35440" y="19202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354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AI Servisi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154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Ollama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qwen2.5:7b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Next.js 16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01368" y="4663440"/>
            <a:ext cx="1060704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01368" y="466344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React 19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71800" y="4663440"/>
            <a:ext cx="1581912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4663440"/>
            <a:ext cx="1581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Tailwind CSS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663440"/>
            <a:ext cx="1060704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66344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Electron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33872" y="4663440"/>
            <a:ext cx="1408176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4663440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ASP.NET 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4663440"/>
            <a:ext cx="1755648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51776" y="466344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Entity Framework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217152" y="4663440"/>
            <a:ext cx="800100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4663440"/>
            <a:ext cx="8001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MSSQL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138928"/>
            <a:ext cx="2016252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138928"/>
            <a:ext cx="20162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Ollama · qwen2.5:7b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83180" y="5138928"/>
            <a:ext cx="626364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83180" y="5138928"/>
            <a:ext cx="6263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JWT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19272" y="5138928"/>
            <a:ext cx="973836" cy="329184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9272" y="5138928"/>
            <a:ext cx="9738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OpenAPI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ÇOKLU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İki Platform Desteği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Aynı kaynak koddan hem web tarayıcısı hem masaüstü uygulama olarak çalışır.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🌐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E7EB"/>
                </a:solidFill>
              </a:rPr>
              <a:t>Web Uygulaması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Next.js ile sunulan, tarayıcıdan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erişilebilen responsive web arayüzü.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localhost:3000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19672" y="224028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468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19672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E7EB"/>
                </a:solidFill>
              </a:rPr>
              <a:t>Masaüstü Uygulaması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93992" y="39776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Electron ile paketlenmiş, kurulum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gerektirmeyen native desktop deneyimi.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npm run electron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ANALIZ MOTORU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Puanlama Sistemi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Analiz 100 puan üzerinden başlar. Her tespit edilen sorun puanı düşürür.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42032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414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Endpoint açıklaması eksik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52560" y="2441448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24414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</a:rPr>
              <a:t>Medium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0" y="24414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B308"/>
                </a:solidFill>
              </a:rPr>
              <a:t>−10 puan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4670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461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Hata durum kodları (400/401/404) tanımlanmamış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324612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32461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0" y="32461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−15 puan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1513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507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POST / PUT / DELETE'te kimlik doğrulama eksik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405079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40507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High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40507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−20 puan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700016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95604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55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DELETE + {id} → BOLA güvenlik riski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485546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48554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High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0" y="48554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−15 puan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504688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760720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6601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GET metodu ile kalıcı işlem (REST standardına aykırı)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52560" y="5660136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5660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</a:rPr>
              <a:t>Medium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0" y="56601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B308"/>
                </a:solidFill>
              </a:rPr>
              <a:t>−10 puan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YAPAY ZEKA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AI Entegrasyonu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Eksik açıklamalar için yerel yapay zeka modeli otomatik Türkçe dokümantasyon üretir.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49631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9572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Ollama — internet bağlantısı gerektirmeyen yerel LLM çalıştırıcı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0954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qwen2.5:7b — 7 milyar parametreli, Türkçe üretim için optimize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2277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2219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Kullanıcı "AI ile Açıklama Üret" butonuna tıklar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25696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63600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35424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Sistem HTTP metodu + endpoint path bilgisini modele iletir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38928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34924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48656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Model tek cümlelik Türkçe açıklama üretir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8521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60624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96188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Açıklama veritabanına kaydedilir, kalite uyarısı silinir, puan artar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SDLC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Yazılım Yaşam Döngüsü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057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Gereksinim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Analizi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API kalite ve güvenlik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sorunları tespit edildi.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Kullanıcı hikayeleri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belirlendi.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92424" y="182880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2544" y="2057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83864" y="3017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Sistem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Tasarımı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3864" y="37033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Veritabanı şeması,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API endpoint'leri 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frontend sayfa yapısı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tasarlandı.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7648" y="182880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057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87768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19088" y="3017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İteratif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Geliştirme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37033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Backend, frontend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ve AI entegrasyonu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aşamalı olarak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geliştirildi.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62872" y="182880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22992" y="2057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22992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54312" y="3017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Test 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5E7EB"/>
                </a:solidFill>
              </a:rPr>
              <a:t>Doğrulama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54312" y="37033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Her modül 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edildi. Güvenlik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kuralları gerçek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örneklerle doğrulandı.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BM SÜRDÜRÜLEBILIR KALKINMA AMAÇLARI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SDG 9 ile Örtüşme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45752" cy="393192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</a:rPr>
              <a:t>09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566160" y="2103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Sanayi, Yenilikçilik ve Altyapı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1274552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80360"/>
            <a:ext cx="8961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</a:rPr>
              <a:t>API Insight Studio, yazılım geliştirme süreçlerini otomatize ederek API kalitesini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</a:rPr>
              <a:t>ve güvenliğini artırmaktadır. Daha güvenilir ve iyi belgelenmiş API'ler, daha sağlam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</a:rPr>
              <a:t>dijital altyapıların oluşturulmasına katkı sağlar.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</a:rPr>
              <a:t>Yapay zeka ile dokümantasyon otomasyonu, küçük ekiplerin bile endüstri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</a:rPr>
              <a:t>standartlarına ulaşmasını mümkün kılar — bu da teknoloji alanındaki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</a:rPr>
              <a:t>fırsat eşitliğine katkıda bulunur.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KAPSANAN KONULAR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Ders Gereksinimlerini Karşılayan Alanlar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0116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2011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C5FD"/>
                </a:solidFill>
              </a:rPr>
              <a:t>Yapay Zeka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Ollama + qwen2.5:7b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Yerel LLM entegrasyonu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Otomatik dokümantasyon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20116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8152" y="2011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07992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EFAC"/>
                </a:solidFill>
              </a:rPr>
              <a:t>Web Servisleri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34290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REST API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JWT kimlik doğrulama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OpenAPI standartları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182880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6350">
            <a:solidFill>
              <a:srgbClr val="3B07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01784" y="20116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2011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21624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B4FE"/>
                </a:solidFill>
              </a:rPr>
              <a:t>Dijital Dönüşüm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21624" y="34290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Manuel süreçlerin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otomasyona taşınması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Yazılım kalitesi artışı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74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✅  Çoklu 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Web (Next.js) + Masaüstü (Electron)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36792" y="502920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5074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✅  Veritabanı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MSSQL + Entity Framework Core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38404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7116" y="384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SONUÇ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Özet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API Insight Studio, tek bir Swagger dosyasıyla eksiksiz bir API kalite raporu sunar.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(Web + Masaüstü)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3774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Analiz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Kuralı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4688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AI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Otomatik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Dokümantasyon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23774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24688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SDG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77824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BM Hedef 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Uyumu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Teşekkürler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Sorularınızı bekliyorum.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2026-06-19T01:27:43Z</dcterms:created>
  <dcterms:modified xsi:type="dcterms:W3CDTF">2026-06-19T01:27:43Z</dcterms:modified>
</cp:coreProperties>
</file>